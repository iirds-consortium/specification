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73" r:id="rId5"/>
  </p:sldIdLst>
  <p:sldSz cx="12192000" cy="10098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6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52627"/>
            <a:ext cx="10363200" cy="3515631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303834"/>
            <a:ext cx="9144000" cy="243803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5361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5005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517513"/>
            <a:ext cx="10515600" cy="420052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757774"/>
            <a:ext cx="10515600" cy="220895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737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688148"/>
            <a:ext cx="5181600" cy="64071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688148"/>
            <a:ext cx="5181600" cy="64071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7529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37632"/>
            <a:ext cx="10515600" cy="195183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475435"/>
            <a:ext cx="5157787" cy="121317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688607"/>
            <a:ext cx="5157787" cy="54253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475435"/>
            <a:ext cx="5183188" cy="121317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688607"/>
            <a:ext cx="5183188" cy="54253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16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2995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2135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73206"/>
            <a:ext cx="3932237" cy="235622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53940"/>
            <a:ext cx="6172200" cy="717618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029426"/>
            <a:ext cx="3932237" cy="561238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3909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73206"/>
            <a:ext cx="3932237" cy="235622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453940"/>
            <a:ext cx="6172200" cy="7176188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029426"/>
            <a:ext cx="3932237" cy="561238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108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88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37630"/>
            <a:ext cx="2628900" cy="855766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37630"/>
            <a:ext cx="7734300" cy="855766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289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37632"/>
            <a:ext cx="10515600" cy="1951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688148"/>
            <a:ext cx="10515600" cy="6407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9359434"/>
            <a:ext cx="2743200" cy="5376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9359434"/>
            <a:ext cx="4114800" cy="5376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9359434"/>
            <a:ext cx="2743200" cy="5376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2730347-9CF2-64B6-6542-2B893AC111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607805648"/>
              </p:ext>
            </p:extLst>
          </p:nvPr>
        </p:nvGraphicFramePr>
        <p:xfrm>
          <a:off x="1588" y="2339"/>
          <a:ext cx="1588" cy="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359" imgH="355" progId="TCLayout.ActiveDocument.1">
                  <p:embed/>
                </p:oleObj>
              </mc:Choice>
              <mc:Fallback>
                <p:oleObj name="think-cell Folie" r:id="rId14" imgW="359" imgH="35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2730347-9CF2-64B6-6542-2B893AC111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2339"/>
                        <a:ext cx="1588" cy="2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7241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7E6B8-F86B-8E59-94E7-ED869540C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AAAB5985-4C7E-31DE-B7F8-08064883DA46}"/>
              </a:ext>
            </a:extLst>
          </p:cNvPr>
          <p:cNvSpPr/>
          <p:nvPr/>
        </p:nvSpPr>
        <p:spPr>
          <a:xfrm>
            <a:off x="1518855" y="259383"/>
            <a:ext cx="1726822" cy="1118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Aptos" panose="02110004020202020204"/>
              </a:rPr>
              <a:t>-</a:t>
            </a:r>
            <a:r>
              <a:rPr lang="de-DE" sz="1400" b="1">
                <a:solidFill>
                  <a:prstClr val="white">
                    <a:lumMod val="50000"/>
                  </a:prstClr>
                </a:solidFill>
                <a:latin typeface="Aptos" panose="02110004020202020204"/>
              </a:rPr>
              <a:t> pump.</a:t>
            </a:r>
            <a:r>
              <a:rPr lang="de-DE" sz="1400" b="1" dirty="0" err="1">
                <a:solidFill>
                  <a:prstClr val="white">
                    <a:lumMod val="50000"/>
                  </a:prstClr>
                </a:solidFill>
                <a:latin typeface="Aptos" panose="02110004020202020204"/>
              </a:rPr>
              <a:t>iirds</a:t>
            </a:r>
            <a:endParaRPr lang="de-DE" sz="1400" b="1" dirty="0">
              <a:solidFill>
                <a:prstClr val="white">
                  <a:lumMod val="50000"/>
                </a:prstClr>
              </a:solidFill>
              <a:latin typeface="Aptos" panose="02110004020202020204"/>
            </a:endParaRPr>
          </a:p>
          <a:p>
            <a:pPr>
              <a:defRPr/>
            </a:pPr>
            <a:r>
              <a:rPr lang="de-DE" sz="1400" dirty="0">
                <a:solidFill>
                  <a:srgbClr val="E8E8E8">
                    <a:lumMod val="10000"/>
                  </a:srgbClr>
                </a:solidFill>
                <a:latin typeface="Aptos" panose="02110004020202020204"/>
              </a:rPr>
              <a:t>    - META-INF</a:t>
            </a:r>
          </a:p>
          <a:p>
            <a:pPr>
              <a:defRPr/>
            </a:pPr>
            <a:r>
              <a:rPr lang="de-DE" sz="1400" dirty="0">
                <a:solidFill>
                  <a:srgbClr val="E8E8E8">
                    <a:lumMod val="10000"/>
                  </a:srgbClr>
                </a:solidFill>
                <a:latin typeface="Aptos" panose="02110004020202020204"/>
              </a:rPr>
              <a:t>    - </a:t>
            </a:r>
            <a:r>
              <a:rPr lang="de-DE" sz="1400" dirty="0" err="1">
                <a:solidFill>
                  <a:srgbClr val="E8E8E8">
                    <a:lumMod val="10000"/>
                  </a:srgbClr>
                </a:solidFill>
                <a:latin typeface="Aptos" panose="02110004020202020204"/>
              </a:rPr>
              <a:t>content</a:t>
            </a:r>
            <a:endParaRPr lang="de-DE" sz="1400" dirty="0">
              <a:solidFill>
                <a:srgbClr val="E8E8E8">
                  <a:lumMod val="10000"/>
                </a:srgbClr>
              </a:solidFill>
              <a:latin typeface="Aptos" panose="02110004020202020204"/>
            </a:endParaRPr>
          </a:p>
          <a:p>
            <a:pPr>
              <a:defRPr/>
            </a:pPr>
            <a:r>
              <a:rPr lang="de-DE" sz="1400" dirty="0">
                <a:solidFill>
                  <a:srgbClr val="E8E8E8">
                    <a:lumMod val="10000"/>
                  </a:srgbClr>
                </a:solidFill>
                <a:latin typeface="Aptos" panose="02110004020202020204"/>
              </a:rPr>
              <a:t>        </a:t>
            </a:r>
            <a:r>
              <a:rPr lang="de-DE" sz="1400">
                <a:solidFill>
                  <a:srgbClr val="E8E8E8">
                    <a:lumMod val="10000"/>
                  </a:srgbClr>
                </a:solidFill>
                <a:latin typeface="Aptos" panose="02110004020202020204"/>
              </a:rPr>
              <a:t>- pump.</a:t>
            </a:r>
            <a:r>
              <a:rPr lang="de-DE" sz="1400" dirty="0">
                <a:solidFill>
                  <a:srgbClr val="E8E8E8">
                    <a:lumMod val="10000"/>
                  </a:srgbClr>
                </a:solidFill>
                <a:latin typeface="Aptos" panose="02110004020202020204"/>
              </a:rPr>
              <a:t>pdf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0A35268-752F-8CAD-E04F-50E29E9597D1}"/>
              </a:ext>
            </a:extLst>
          </p:cNvPr>
          <p:cNvSpPr/>
          <p:nvPr/>
        </p:nvSpPr>
        <p:spPr>
          <a:xfrm>
            <a:off x="1518855" y="3572310"/>
            <a:ext cx="1726820" cy="9986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Aptos" panose="02110004020202020204"/>
              </a:rPr>
              <a:t>- </a:t>
            </a:r>
            <a:r>
              <a:rPr lang="de-DE" sz="1400" b="1">
                <a:solidFill>
                  <a:prstClr val="white">
                    <a:lumMod val="50000"/>
                  </a:prstClr>
                </a:solidFill>
                <a:latin typeface="Aptos" panose="02110004020202020204"/>
              </a:rPr>
              <a:t>motor</a:t>
            </a:r>
            <a:r>
              <a:rPr lang="de-DE" sz="1400" b="1" dirty="0" err="1">
                <a:solidFill>
                  <a:prstClr val="white">
                    <a:lumMod val="50000"/>
                  </a:prstClr>
                </a:solidFill>
                <a:latin typeface="Aptos" panose="02110004020202020204"/>
              </a:rPr>
              <a:t>.iirds</a:t>
            </a:r>
            <a:endParaRPr lang="de-DE" sz="1400" b="1" dirty="0">
              <a:solidFill>
                <a:prstClr val="white">
                  <a:lumMod val="50000"/>
                </a:prstClr>
              </a:solidFill>
              <a:latin typeface="Aptos" panose="02110004020202020204"/>
            </a:endParaRPr>
          </a:p>
          <a:p>
            <a:pPr>
              <a:defRPr/>
            </a:pPr>
            <a:r>
              <a:rPr lang="de-DE" sz="1400" dirty="0">
                <a:solidFill>
                  <a:srgbClr val="E8E8E8">
                    <a:lumMod val="10000"/>
                  </a:srgbClr>
                </a:solidFill>
                <a:latin typeface="Aptos" panose="02110004020202020204"/>
              </a:rPr>
              <a:t>    - META-INF</a:t>
            </a:r>
          </a:p>
          <a:p>
            <a:pPr>
              <a:defRPr/>
            </a:pPr>
            <a:r>
              <a:rPr lang="de-DE" sz="1400" dirty="0">
                <a:solidFill>
                  <a:srgbClr val="E8E8E8">
                    <a:lumMod val="10000"/>
                  </a:srgbClr>
                </a:solidFill>
                <a:latin typeface="Aptos" panose="02110004020202020204"/>
              </a:rPr>
              <a:t>    - </a:t>
            </a:r>
            <a:r>
              <a:rPr lang="de-DE" sz="1400" dirty="0" err="1">
                <a:solidFill>
                  <a:srgbClr val="E8E8E8">
                    <a:lumMod val="10000"/>
                  </a:srgbClr>
                </a:solidFill>
                <a:latin typeface="Aptos" panose="02110004020202020204"/>
              </a:rPr>
              <a:t>content</a:t>
            </a:r>
            <a:endParaRPr lang="de-DE" sz="1400" dirty="0">
              <a:solidFill>
                <a:srgbClr val="E8E8E8">
                  <a:lumMod val="10000"/>
                </a:srgbClr>
              </a:solidFill>
              <a:latin typeface="Aptos" panose="02110004020202020204"/>
            </a:endParaRPr>
          </a:p>
          <a:p>
            <a:pPr>
              <a:defRPr/>
            </a:pPr>
            <a:r>
              <a:rPr lang="de-DE" sz="1400" dirty="0">
                <a:solidFill>
                  <a:srgbClr val="E8E8E8">
                    <a:lumMod val="10000"/>
                  </a:srgbClr>
                </a:solidFill>
                <a:latin typeface="Aptos" panose="02110004020202020204"/>
              </a:rPr>
              <a:t>        </a:t>
            </a:r>
            <a:r>
              <a:rPr lang="de-DE" sz="1400">
                <a:solidFill>
                  <a:srgbClr val="E8E8E8">
                    <a:lumMod val="10000"/>
                  </a:srgbClr>
                </a:solidFill>
                <a:latin typeface="Aptos" panose="02110004020202020204"/>
              </a:rPr>
              <a:t>- motor</a:t>
            </a:r>
            <a:r>
              <a:rPr lang="de-DE" sz="1400" dirty="0">
                <a:solidFill>
                  <a:srgbClr val="E8E8E8">
                    <a:lumMod val="10000"/>
                  </a:srgbClr>
                </a:solidFill>
                <a:latin typeface="Aptos" panose="02110004020202020204"/>
              </a:rPr>
              <a:t>.pdf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E9E44FA-EE11-F461-0597-53DE7046536D}"/>
              </a:ext>
            </a:extLst>
          </p:cNvPr>
          <p:cNvSpPr/>
          <p:nvPr/>
        </p:nvSpPr>
        <p:spPr>
          <a:xfrm>
            <a:off x="1518852" y="6999267"/>
            <a:ext cx="1726820" cy="10480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- </a:t>
            </a:r>
            <a:r>
              <a:rPr lang="de-DE" sz="1400" b="1">
                <a:solidFill>
                  <a:schemeClr val="bg1">
                    <a:lumMod val="50000"/>
                  </a:schemeClr>
                </a:solidFill>
              </a:rPr>
              <a:t>switch.</a:t>
            </a:r>
            <a:r>
              <a:rPr lang="de-DE" sz="1400" b="1" dirty="0" err="1">
                <a:solidFill>
                  <a:schemeClr val="bg1">
                    <a:lumMod val="50000"/>
                  </a:schemeClr>
                </a:solidFill>
              </a:rPr>
              <a:t>iirds</a:t>
            </a:r>
            <a:endParaRPr lang="de-DE" sz="14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de-DE" sz="1400" dirty="0">
                <a:solidFill>
                  <a:schemeClr val="bg2">
                    <a:lumMod val="10000"/>
                  </a:schemeClr>
                </a:solidFill>
              </a:rPr>
              <a:t>     - META-INF</a:t>
            </a:r>
          </a:p>
          <a:p>
            <a:r>
              <a:rPr lang="de-DE" sz="1400" dirty="0">
                <a:solidFill>
                  <a:schemeClr val="bg2">
                    <a:lumMod val="10000"/>
                  </a:schemeClr>
                </a:solidFill>
              </a:rPr>
              <a:t>     - </a:t>
            </a:r>
            <a:r>
              <a:rPr lang="de-DE" sz="1400" dirty="0" err="1">
                <a:solidFill>
                  <a:schemeClr val="bg2">
                    <a:lumMod val="10000"/>
                  </a:schemeClr>
                </a:solidFill>
              </a:rPr>
              <a:t>content</a:t>
            </a:r>
            <a:endParaRPr lang="de-DE" sz="14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de-DE" sz="1400" dirty="0">
                <a:solidFill>
                  <a:schemeClr val="bg2">
                    <a:lumMod val="10000"/>
                  </a:schemeClr>
                </a:solidFill>
              </a:rPr>
              <a:t>         </a:t>
            </a:r>
            <a:r>
              <a:rPr lang="de-DE" sz="1400">
                <a:solidFill>
                  <a:schemeClr val="bg2">
                    <a:lumMod val="10000"/>
                  </a:schemeClr>
                </a:solidFill>
              </a:rPr>
              <a:t>- switch.</a:t>
            </a:r>
            <a:r>
              <a:rPr lang="de-DE" sz="1400" dirty="0">
                <a:solidFill>
                  <a:schemeClr val="bg2">
                    <a:lumMod val="10000"/>
                  </a:schemeClr>
                </a:solidFill>
              </a:rPr>
              <a:t>pdf</a:t>
            </a:r>
          </a:p>
          <a:p>
            <a:endParaRPr lang="de-DE" sz="1801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de-DE" sz="1801" dirty="0">
                <a:solidFill>
                  <a:schemeClr val="bg2">
                    <a:lumMod val="10000"/>
                  </a:schemeClr>
                </a:solidFill>
              </a:rPr>
              <a:t>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C766F9D-EB48-B091-3EBA-865D352FCB90}"/>
              </a:ext>
            </a:extLst>
          </p:cNvPr>
          <p:cNvSpPr txBox="1"/>
          <p:nvPr/>
        </p:nvSpPr>
        <p:spPr>
          <a:xfrm>
            <a:off x="3486828" y="6999266"/>
            <a:ext cx="4948217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0070C0"/>
                </a:solidFill>
              </a:rPr>
              <a:t>&lt;</a:t>
            </a:r>
            <a:r>
              <a:rPr lang="de-DE" sz="1000" dirty="0" err="1">
                <a:solidFill>
                  <a:srgbClr val="0070C0"/>
                </a:solidFill>
              </a:rPr>
              <a:t>iirds:Package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rdf:</a:t>
            </a:r>
            <a:r>
              <a:rPr lang="de-DE" sz="1000" err="1">
                <a:solidFill>
                  <a:srgbClr val="FF0000"/>
                </a:solidFill>
              </a:rPr>
              <a:t>about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>
                <a:solidFill>
                  <a:schemeClr val="tx1">
                    <a:lumMod val="95000"/>
                    <a:lumOff val="5000"/>
                  </a:schemeClr>
                </a:solidFill>
              </a:rPr>
              <a:t>switch</a:t>
            </a:r>
            <a:r>
              <a:rPr lang="de-DE" sz="1000">
                <a:solidFill>
                  <a:srgbClr val="0070C0"/>
                </a:solidFill>
              </a:rPr>
              <a:t>"&gt;</a:t>
            </a:r>
            <a:endParaRPr lang="de-DE" sz="1000" dirty="0">
              <a:solidFill>
                <a:srgbClr val="0070C0"/>
              </a:solidFill>
            </a:endParaRPr>
          </a:p>
          <a:p>
            <a:r>
              <a:rPr lang="de-DE" sz="1000" dirty="0">
                <a:solidFill>
                  <a:srgbClr val="0070C0"/>
                </a:solidFill>
              </a:rPr>
              <a:t>    &lt;</a:t>
            </a:r>
            <a:r>
              <a:rPr lang="de-DE" sz="1000" dirty="0" err="1">
                <a:solidFill>
                  <a:srgbClr val="0070C0"/>
                </a:solidFill>
              </a:rPr>
              <a:t>iirds:iiRDSVersion</a:t>
            </a:r>
            <a:r>
              <a:rPr lang="de-DE" sz="1000">
                <a:solidFill>
                  <a:srgbClr val="0070C0"/>
                </a:solidFill>
              </a:rPr>
              <a:t>&gt;</a:t>
            </a:r>
            <a:r>
              <a:rPr lang="de-DE" sz="1000">
                <a:solidFill>
                  <a:schemeClr val="tx1">
                    <a:lumMod val="95000"/>
                    <a:lumOff val="5000"/>
                  </a:schemeClr>
                </a:solidFill>
              </a:rPr>
              <a:t>1.3</a:t>
            </a:r>
            <a:r>
              <a:rPr lang="de-DE" sz="100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iirds:iiRDSVersion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iirds:Package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endParaRPr lang="de-DE" sz="1000" dirty="0">
              <a:solidFill>
                <a:srgbClr val="0070C0"/>
              </a:solidFill>
            </a:endParaRPr>
          </a:p>
          <a:p>
            <a:r>
              <a:rPr lang="de-DE" sz="1000" dirty="0">
                <a:solidFill>
                  <a:srgbClr val="0070C0"/>
                </a:solidFill>
              </a:rPr>
              <a:t>&lt;</a:t>
            </a:r>
            <a:r>
              <a:rPr lang="de-DE" sz="1000" dirty="0" err="1">
                <a:solidFill>
                  <a:srgbClr val="0070C0"/>
                </a:solidFill>
              </a:rPr>
              <a:t>iirds:Document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rdf:</a:t>
            </a:r>
            <a:r>
              <a:rPr lang="de-DE" sz="1000" err="1">
                <a:solidFill>
                  <a:srgbClr val="FF0000"/>
                </a:solidFill>
              </a:rPr>
              <a:t>about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>
                <a:solidFill>
                  <a:schemeClr val="bg2">
                    <a:lumMod val="10000"/>
                  </a:schemeClr>
                </a:solidFill>
              </a:rPr>
              <a:t>switch-doc</a:t>
            </a:r>
            <a:r>
              <a:rPr lang="de-DE" sz="1000">
                <a:solidFill>
                  <a:srgbClr val="0070C0"/>
                </a:solidFill>
              </a:rPr>
              <a:t>"&gt;</a:t>
            </a:r>
            <a:endParaRPr lang="de-DE" sz="1000" dirty="0">
              <a:solidFill>
                <a:srgbClr val="0070C0"/>
              </a:solidFill>
            </a:endParaRPr>
          </a:p>
          <a:p>
            <a:r>
              <a:rPr lang="de-DE" sz="1000" dirty="0">
                <a:solidFill>
                  <a:srgbClr val="0070C0"/>
                </a:solidFill>
              </a:rPr>
              <a:t>    &lt;</a:t>
            </a:r>
            <a:r>
              <a:rPr lang="de-DE" sz="1000" dirty="0" err="1">
                <a:solidFill>
                  <a:srgbClr val="0070C0"/>
                </a:solidFill>
              </a:rPr>
              <a:t>iirds:relates-to-component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rdf:</a:t>
            </a:r>
            <a:r>
              <a:rPr lang="de-DE" sz="1000" err="1">
                <a:solidFill>
                  <a:srgbClr val="FF0000"/>
                </a:solidFill>
              </a:rPr>
              <a:t>resource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/>
              <a:t>http</a:t>
            </a:r>
            <a:r>
              <a:rPr lang="de-DE" sz="1000" dirty="0"/>
              <a:t>://switch-co.com/switches</a:t>
            </a:r>
            <a:r>
              <a:rPr lang="de-DE" sz="1000"/>
              <a:t>/S1</a:t>
            </a:r>
            <a:r>
              <a:rPr lang="de-DE" sz="1000">
                <a:solidFill>
                  <a:srgbClr val="0070C0"/>
                </a:solidFill>
              </a:rPr>
              <a:t>" </a:t>
            </a:r>
            <a:r>
              <a:rPr lang="de-DE" sz="1000" dirty="0">
                <a:solidFill>
                  <a:srgbClr val="0070C0"/>
                </a:solidFill>
              </a:rPr>
              <a:t>/&gt; 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&lt;</a:t>
            </a:r>
            <a:r>
              <a:rPr lang="de-DE" sz="1000" dirty="0" err="1">
                <a:solidFill>
                  <a:srgbClr val="0070C0"/>
                </a:solidFill>
              </a:rPr>
              <a:t>iirds:has-rendition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    &lt;</a:t>
            </a:r>
            <a:r>
              <a:rPr lang="de-DE" sz="1000" dirty="0" err="1">
                <a:solidFill>
                  <a:srgbClr val="0070C0"/>
                </a:solidFill>
              </a:rPr>
              <a:t>iirds:Rendition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        &lt;</a:t>
            </a:r>
            <a:r>
              <a:rPr lang="de-DE" sz="1000" dirty="0" err="1">
                <a:solidFill>
                  <a:srgbClr val="0070C0"/>
                </a:solidFill>
              </a:rPr>
              <a:t>iirds:format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  <a:r>
              <a:rPr lang="de-DE" sz="1000" dirty="0" err="1"/>
              <a:t>application</a:t>
            </a:r>
            <a:r>
              <a:rPr lang="de-DE" sz="1000" dirty="0"/>
              <a:t>/</a:t>
            </a:r>
            <a:r>
              <a:rPr lang="de-DE" sz="1000" dirty="0" err="1"/>
              <a:t>pdf</a:t>
            </a:r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iirds:format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        &lt;</a:t>
            </a:r>
            <a:r>
              <a:rPr lang="de-DE" sz="1000" dirty="0" err="1">
                <a:solidFill>
                  <a:srgbClr val="0070C0"/>
                </a:solidFill>
              </a:rPr>
              <a:t>iirds:source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  <a:r>
              <a:rPr lang="de-DE" sz="1000" err="1"/>
              <a:t>content</a:t>
            </a:r>
            <a:r>
              <a:rPr lang="de-DE" sz="1000"/>
              <a:t>/switch.</a:t>
            </a:r>
            <a:r>
              <a:rPr lang="de-DE" sz="1000" dirty="0"/>
              <a:t>pdf</a:t>
            </a:r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iirds:source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    &lt;/</a:t>
            </a:r>
            <a:r>
              <a:rPr lang="de-DE" sz="1000" dirty="0" err="1">
                <a:solidFill>
                  <a:srgbClr val="0070C0"/>
                </a:solidFill>
              </a:rPr>
              <a:t>iirds:Rendition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&lt;/</a:t>
            </a:r>
            <a:r>
              <a:rPr lang="de-DE" sz="1000" dirty="0" err="1">
                <a:solidFill>
                  <a:srgbClr val="0070C0"/>
                </a:solidFill>
              </a:rPr>
              <a:t>iirds:has-rendition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iirds:Document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endParaRPr lang="de-DE" sz="1000" dirty="0">
              <a:solidFill>
                <a:srgbClr val="0070C0"/>
              </a:solidFill>
            </a:endParaRPr>
          </a:p>
          <a:p>
            <a:r>
              <a:rPr lang="de-DE" sz="1000" dirty="0">
                <a:solidFill>
                  <a:srgbClr val="0070C0"/>
                </a:solidFill>
              </a:rPr>
              <a:t>&lt;</a:t>
            </a:r>
            <a:r>
              <a:rPr lang="de-DE" sz="1000" dirty="0" err="1">
                <a:solidFill>
                  <a:srgbClr val="0070C0"/>
                </a:solidFill>
              </a:rPr>
              <a:t>iirds:Component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rdf:</a:t>
            </a:r>
            <a:r>
              <a:rPr lang="de-DE" sz="1000" err="1">
                <a:solidFill>
                  <a:srgbClr val="FF0000"/>
                </a:solidFill>
              </a:rPr>
              <a:t>about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/>
              <a:t>http</a:t>
            </a:r>
            <a:r>
              <a:rPr lang="de-DE" sz="1000" dirty="0"/>
              <a:t>://switch-co.com/switches</a:t>
            </a:r>
            <a:r>
              <a:rPr lang="de-DE" sz="1000"/>
              <a:t>/S1</a:t>
            </a:r>
            <a:r>
              <a:rPr lang="de-DE" sz="1000">
                <a:solidFill>
                  <a:srgbClr val="0070C0"/>
                </a:solidFill>
              </a:rPr>
              <a:t>"&gt;</a:t>
            </a:r>
            <a:endParaRPr lang="de-DE" sz="1000" dirty="0">
              <a:solidFill>
                <a:srgbClr val="0070C0"/>
              </a:solidFill>
            </a:endParaRPr>
          </a:p>
          <a:p>
            <a:r>
              <a:rPr lang="de-DE" sz="1000" dirty="0">
                <a:solidFill>
                  <a:srgbClr val="0070C0"/>
                </a:solidFill>
              </a:rPr>
              <a:t>    &lt;</a:t>
            </a:r>
            <a:r>
              <a:rPr lang="de-DE" sz="1000" dirty="0" err="1">
                <a:solidFill>
                  <a:srgbClr val="0070C0"/>
                </a:solidFill>
              </a:rPr>
              <a:t>rdfs:label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xml:</a:t>
            </a:r>
            <a:r>
              <a:rPr lang="de-DE" sz="1000" err="1">
                <a:solidFill>
                  <a:srgbClr val="FF0000"/>
                </a:solidFill>
              </a:rPr>
              <a:t>lang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/>
              <a:t>en</a:t>
            </a:r>
            <a:r>
              <a:rPr lang="de-DE" sz="1000">
                <a:solidFill>
                  <a:srgbClr val="0070C0"/>
                </a:solidFill>
              </a:rPr>
              <a:t>"&gt;</a:t>
            </a:r>
            <a:r>
              <a:rPr lang="de-DE" sz="1000"/>
              <a:t>switch </a:t>
            </a:r>
            <a:r>
              <a:rPr lang="de-DE" sz="1000" dirty="0"/>
              <a:t>S1</a:t>
            </a:r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rdfs:label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iirds:Component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endParaRPr lang="de-DE" sz="1000" dirty="0">
              <a:solidFill>
                <a:srgbClr val="0070C0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ED766A2-8469-760B-AF35-CA4EB50E4DBE}"/>
              </a:ext>
            </a:extLst>
          </p:cNvPr>
          <p:cNvSpPr txBox="1"/>
          <p:nvPr/>
        </p:nvSpPr>
        <p:spPr>
          <a:xfrm>
            <a:off x="3486830" y="259381"/>
            <a:ext cx="4948215" cy="28623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0070C0"/>
                </a:solidFill>
              </a:rPr>
              <a:t>&lt;</a:t>
            </a:r>
            <a:r>
              <a:rPr lang="de-DE" sz="1000" dirty="0" err="1">
                <a:solidFill>
                  <a:srgbClr val="0070C0"/>
                </a:solidFill>
              </a:rPr>
              <a:t>iirds:Package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rdf:</a:t>
            </a:r>
            <a:r>
              <a:rPr lang="de-DE" sz="1000" err="1">
                <a:solidFill>
                  <a:srgbClr val="FF0000"/>
                </a:solidFill>
              </a:rPr>
              <a:t>about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>
                <a:solidFill>
                  <a:schemeClr val="tx1">
                    <a:lumMod val="95000"/>
                    <a:lumOff val="5000"/>
                  </a:schemeClr>
                </a:solidFill>
              </a:rPr>
              <a:t>pump</a:t>
            </a:r>
            <a:r>
              <a:rPr lang="de-DE" sz="1000">
                <a:solidFill>
                  <a:srgbClr val="0070C0"/>
                </a:solidFill>
              </a:rPr>
              <a:t>"&gt;</a:t>
            </a:r>
            <a:endParaRPr lang="de-DE" sz="1000" dirty="0">
              <a:solidFill>
                <a:srgbClr val="0070C0"/>
              </a:solidFill>
            </a:endParaRPr>
          </a:p>
          <a:p>
            <a:r>
              <a:rPr lang="de-DE" sz="1000" dirty="0">
                <a:solidFill>
                  <a:srgbClr val="0070C0"/>
                </a:solidFill>
              </a:rPr>
              <a:t>    &lt;</a:t>
            </a:r>
            <a:r>
              <a:rPr lang="de-DE" sz="1000" dirty="0" err="1">
                <a:solidFill>
                  <a:srgbClr val="0070C0"/>
                </a:solidFill>
              </a:rPr>
              <a:t>iirds:iiRDSVersion</a:t>
            </a:r>
            <a:r>
              <a:rPr lang="de-DE" sz="1000">
                <a:solidFill>
                  <a:srgbClr val="0070C0"/>
                </a:solidFill>
              </a:rPr>
              <a:t>&gt;</a:t>
            </a:r>
            <a:r>
              <a:rPr lang="de-DE" sz="1000">
                <a:solidFill>
                  <a:schemeClr val="tx1">
                    <a:lumMod val="95000"/>
                    <a:lumOff val="5000"/>
                  </a:schemeClr>
                </a:solidFill>
              </a:rPr>
              <a:t>1.3</a:t>
            </a:r>
            <a:r>
              <a:rPr lang="de-DE" sz="100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iirds:iiRDSVersion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iirds:Package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endParaRPr lang="de-DE" sz="1000" dirty="0">
              <a:solidFill>
                <a:srgbClr val="0070C0"/>
              </a:solidFill>
            </a:endParaRPr>
          </a:p>
          <a:p>
            <a:r>
              <a:rPr lang="de-DE" sz="1000" dirty="0">
                <a:solidFill>
                  <a:srgbClr val="0070C0"/>
                </a:solidFill>
              </a:rPr>
              <a:t>&lt;</a:t>
            </a:r>
            <a:r>
              <a:rPr lang="de-DE" sz="1000" dirty="0" err="1">
                <a:solidFill>
                  <a:srgbClr val="0070C0"/>
                </a:solidFill>
              </a:rPr>
              <a:t>iirds:Document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rdf:</a:t>
            </a:r>
            <a:r>
              <a:rPr lang="de-DE" sz="1000" err="1">
                <a:solidFill>
                  <a:srgbClr val="FF0000"/>
                </a:solidFill>
              </a:rPr>
              <a:t>about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>
                <a:solidFill>
                  <a:schemeClr val="bg2">
                    <a:lumMod val="10000"/>
                  </a:schemeClr>
                </a:solidFill>
              </a:rPr>
              <a:t>pump-doc</a:t>
            </a:r>
            <a:r>
              <a:rPr lang="de-DE" sz="1000">
                <a:solidFill>
                  <a:srgbClr val="0070C0"/>
                </a:solidFill>
              </a:rPr>
              <a:t>"&gt;</a:t>
            </a:r>
            <a:endParaRPr lang="de-DE" sz="1000" dirty="0">
              <a:solidFill>
                <a:srgbClr val="0070C0"/>
              </a:solidFill>
            </a:endParaRPr>
          </a:p>
          <a:p>
            <a:r>
              <a:rPr lang="de-DE" sz="1000" dirty="0">
                <a:solidFill>
                  <a:srgbClr val="0070C0"/>
                </a:solidFill>
              </a:rPr>
              <a:t>   &lt;</a:t>
            </a:r>
            <a:r>
              <a:rPr lang="de-DE" sz="1000" dirty="0" err="1">
                <a:solidFill>
                  <a:srgbClr val="0070C0"/>
                </a:solidFill>
              </a:rPr>
              <a:t>iirds:relates-to-component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rdf:</a:t>
            </a:r>
            <a:r>
              <a:rPr lang="de-DE" sz="1000" err="1">
                <a:solidFill>
                  <a:srgbClr val="FF0000"/>
                </a:solidFill>
              </a:rPr>
              <a:t>resource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/>
              <a:t>http</a:t>
            </a:r>
            <a:r>
              <a:rPr lang="de-DE" sz="1000" dirty="0"/>
              <a:t>://pump-co.com/</a:t>
            </a:r>
            <a:r>
              <a:rPr lang="de-DE" sz="1000" dirty="0" err="1"/>
              <a:t>pumps</a:t>
            </a:r>
            <a:r>
              <a:rPr lang="de-DE" sz="1000"/>
              <a:t>/XYZ</a:t>
            </a:r>
            <a:r>
              <a:rPr lang="de-DE" sz="1000">
                <a:solidFill>
                  <a:srgbClr val="0070C0"/>
                </a:solidFill>
              </a:rPr>
              <a:t>" </a:t>
            </a:r>
            <a:r>
              <a:rPr lang="de-DE" sz="1000" dirty="0">
                <a:solidFill>
                  <a:srgbClr val="0070C0"/>
                </a:solidFill>
              </a:rPr>
              <a:t>/&gt; </a:t>
            </a:r>
            <a:br>
              <a:rPr lang="de-DE" sz="1000" dirty="0">
                <a:solidFill>
                  <a:srgbClr val="0070C0"/>
                </a:solidFill>
              </a:rPr>
            </a:br>
            <a:r>
              <a:rPr lang="de-DE" sz="1000" dirty="0">
                <a:solidFill>
                  <a:srgbClr val="0070C0"/>
                </a:solidFill>
              </a:rPr>
              <a:t>   &lt;</a:t>
            </a:r>
            <a:r>
              <a:rPr lang="de-DE" sz="1000" dirty="0" err="1">
                <a:solidFill>
                  <a:srgbClr val="0070C0"/>
                </a:solidFill>
              </a:rPr>
              <a:t>iirds:has-rendition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    &lt;</a:t>
            </a:r>
            <a:r>
              <a:rPr lang="de-DE" sz="1000" dirty="0" err="1">
                <a:solidFill>
                  <a:srgbClr val="0070C0"/>
                </a:solidFill>
              </a:rPr>
              <a:t>iirds:Rendition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        &lt;</a:t>
            </a:r>
            <a:r>
              <a:rPr lang="de-DE" sz="1000" dirty="0" err="1">
                <a:solidFill>
                  <a:srgbClr val="0070C0"/>
                </a:solidFill>
              </a:rPr>
              <a:t>iirds:format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  <a:r>
              <a:rPr lang="de-DE" sz="1000" dirty="0" err="1"/>
              <a:t>application</a:t>
            </a:r>
            <a:r>
              <a:rPr lang="de-DE" sz="1000" dirty="0"/>
              <a:t>/</a:t>
            </a:r>
            <a:r>
              <a:rPr lang="de-DE" sz="1000" dirty="0" err="1"/>
              <a:t>pdf</a:t>
            </a:r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iirds:format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        &lt;</a:t>
            </a:r>
            <a:r>
              <a:rPr lang="de-DE" sz="1000" dirty="0" err="1">
                <a:solidFill>
                  <a:srgbClr val="0070C0"/>
                </a:solidFill>
              </a:rPr>
              <a:t>iirds:source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  <a:r>
              <a:rPr lang="de-DE" sz="1000" err="1"/>
              <a:t>content</a:t>
            </a:r>
            <a:r>
              <a:rPr lang="de-DE" sz="1000"/>
              <a:t>/pump.</a:t>
            </a:r>
            <a:r>
              <a:rPr lang="de-DE" sz="1000" dirty="0"/>
              <a:t>pdf</a:t>
            </a:r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iirds:source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    &lt;/</a:t>
            </a:r>
            <a:r>
              <a:rPr lang="de-DE" sz="1000" dirty="0" err="1">
                <a:solidFill>
                  <a:srgbClr val="0070C0"/>
                </a:solidFill>
              </a:rPr>
              <a:t>iirds:Rendition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&lt;/</a:t>
            </a:r>
            <a:r>
              <a:rPr lang="de-DE" sz="1000" dirty="0" err="1">
                <a:solidFill>
                  <a:srgbClr val="0070C0"/>
                </a:solidFill>
              </a:rPr>
              <a:t>iirds:has-rendition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iirds:Document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endParaRPr lang="de-DE" sz="1000" dirty="0">
              <a:solidFill>
                <a:srgbClr val="0070C0"/>
              </a:solidFill>
            </a:endParaRPr>
          </a:p>
          <a:p>
            <a:r>
              <a:rPr lang="de-DE" sz="1000" dirty="0">
                <a:solidFill>
                  <a:srgbClr val="0070C0"/>
                </a:solidFill>
              </a:rPr>
              <a:t>&lt;</a:t>
            </a:r>
            <a:r>
              <a:rPr lang="de-DE" sz="1000" dirty="0" err="1">
                <a:solidFill>
                  <a:srgbClr val="0070C0"/>
                </a:solidFill>
              </a:rPr>
              <a:t>iirds:Component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rdf:</a:t>
            </a:r>
            <a:r>
              <a:rPr lang="de-DE" sz="1000" err="1">
                <a:solidFill>
                  <a:srgbClr val="FF0000"/>
                </a:solidFill>
              </a:rPr>
              <a:t>about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/>
              <a:t>http</a:t>
            </a:r>
            <a:r>
              <a:rPr lang="de-DE" sz="1000" dirty="0"/>
              <a:t>://pump-co.com/</a:t>
            </a:r>
            <a:r>
              <a:rPr lang="de-DE" sz="1000" dirty="0" err="1"/>
              <a:t>pumps</a:t>
            </a:r>
            <a:r>
              <a:rPr lang="de-DE" sz="1000" dirty="0"/>
              <a:t>/XYZ</a:t>
            </a:r>
            <a:r>
              <a:rPr lang="de-DE" sz="1000" dirty="0">
                <a:solidFill>
                  <a:srgbClr val="0070C0"/>
                </a:solidFill>
              </a:rPr>
              <a:t>"&gt;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&lt;</a:t>
            </a:r>
            <a:r>
              <a:rPr lang="de-DE" sz="1000" dirty="0" err="1">
                <a:solidFill>
                  <a:srgbClr val="0070C0"/>
                </a:solidFill>
              </a:rPr>
              <a:t>rdfs:label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xml:</a:t>
            </a:r>
            <a:r>
              <a:rPr lang="de-DE" sz="1000" err="1">
                <a:solidFill>
                  <a:srgbClr val="FF0000"/>
                </a:solidFill>
              </a:rPr>
              <a:t>lang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/>
              <a:t>en</a:t>
            </a:r>
            <a:r>
              <a:rPr lang="de-DE" sz="1000">
                <a:solidFill>
                  <a:srgbClr val="0070C0"/>
                </a:solidFill>
              </a:rPr>
              <a:t>"&gt;</a:t>
            </a:r>
            <a:r>
              <a:rPr lang="de-DE" sz="1000"/>
              <a:t>pump </a:t>
            </a:r>
            <a:r>
              <a:rPr lang="de-DE" sz="1000" dirty="0"/>
              <a:t>XYZ</a:t>
            </a:r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rdfs:label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&lt;</a:t>
            </a:r>
            <a:r>
              <a:rPr lang="de-DE" sz="1000" dirty="0" err="1">
                <a:solidFill>
                  <a:srgbClr val="0070C0"/>
                </a:solidFill>
              </a:rPr>
              <a:t>iirds:has-component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rdf:</a:t>
            </a:r>
            <a:r>
              <a:rPr lang="de-DE" sz="1000" err="1">
                <a:solidFill>
                  <a:srgbClr val="FF0000"/>
                </a:solidFill>
              </a:rPr>
              <a:t>resource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/>
              <a:t>http</a:t>
            </a:r>
            <a:r>
              <a:rPr lang="de-DE" sz="1000" dirty="0"/>
              <a:t>://motor-co.com/motors</a:t>
            </a:r>
            <a:r>
              <a:rPr lang="de-DE" sz="1000"/>
              <a:t>/ABC</a:t>
            </a:r>
            <a:r>
              <a:rPr lang="de-DE" sz="1000">
                <a:solidFill>
                  <a:srgbClr val="0070C0"/>
                </a:solidFill>
              </a:rPr>
              <a:t>"</a:t>
            </a:r>
            <a:r>
              <a:rPr lang="de-DE" sz="1000"/>
              <a:t> </a:t>
            </a:r>
            <a:r>
              <a:rPr lang="de-DE" sz="1000">
                <a:solidFill>
                  <a:srgbClr val="0070C0"/>
                </a:solidFill>
              </a:rPr>
              <a:t>/&gt;</a:t>
            </a:r>
            <a:endParaRPr lang="de-DE" sz="1000" dirty="0">
              <a:solidFill>
                <a:srgbClr val="0070C0"/>
              </a:solidFill>
            </a:endParaRPr>
          </a:p>
          <a:p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iirds:Component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7E59963-3B93-2B24-990E-BD78FD2FCF2D}"/>
              </a:ext>
            </a:extLst>
          </p:cNvPr>
          <p:cNvSpPr txBox="1"/>
          <p:nvPr/>
        </p:nvSpPr>
        <p:spPr>
          <a:xfrm>
            <a:off x="3486830" y="3572310"/>
            <a:ext cx="4948215" cy="30162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0070C0"/>
                </a:solidFill>
              </a:rPr>
              <a:t>&lt;</a:t>
            </a:r>
            <a:r>
              <a:rPr lang="de-DE" sz="1000" dirty="0" err="1">
                <a:solidFill>
                  <a:srgbClr val="0070C0"/>
                </a:solidFill>
              </a:rPr>
              <a:t>iirds:Package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rdf:</a:t>
            </a:r>
            <a:r>
              <a:rPr lang="de-DE" sz="1000" err="1">
                <a:solidFill>
                  <a:srgbClr val="FF0000"/>
                </a:solidFill>
              </a:rPr>
              <a:t>about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>
                <a:solidFill>
                  <a:schemeClr val="tx1">
                    <a:lumMod val="95000"/>
                    <a:lumOff val="5000"/>
                  </a:schemeClr>
                </a:solidFill>
              </a:rPr>
              <a:t>motor</a:t>
            </a:r>
            <a:r>
              <a:rPr lang="de-DE" sz="1000" dirty="0">
                <a:solidFill>
                  <a:srgbClr val="0070C0"/>
                </a:solidFill>
              </a:rPr>
              <a:t>"&gt;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&lt;</a:t>
            </a:r>
            <a:r>
              <a:rPr lang="de-DE" sz="1000" dirty="0" err="1">
                <a:solidFill>
                  <a:srgbClr val="0070C0"/>
                </a:solidFill>
              </a:rPr>
              <a:t>iirds:iiRDSVersion</a:t>
            </a:r>
            <a:r>
              <a:rPr lang="de-DE" sz="1000">
                <a:solidFill>
                  <a:srgbClr val="0070C0"/>
                </a:solidFill>
              </a:rPr>
              <a:t>&gt;</a:t>
            </a:r>
            <a:r>
              <a:rPr lang="de-DE" sz="1000">
                <a:solidFill>
                  <a:schemeClr val="tx1">
                    <a:lumMod val="95000"/>
                    <a:lumOff val="5000"/>
                  </a:schemeClr>
                </a:solidFill>
              </a:rPr>
              <a:t>1.3</a:t>
            </a:r>
            <a:r>
              <a:rPr lang="de-DE" sz="100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iirds:iiRDSVersion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iirds:Package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endParaRPr lang="de-DE" sz="1000" dirty="0">
              <a:solidFill>
                <a:srgbClr val="0070C0"/>
              </a:solidFill>
            </a:endParaRPr>
          </a:p>
          <a:p>
            <a:r>
              <a:rPr lang="de-DE" sz="1000" dirty="0">
                <a:solidFill>
                  <a:srgbClr val="0070C0"/>
                </a:solidFill>
              </a:rPr>
              <a:t>&lt;</a:t>
            </a:r>
            <a:r>
              <a:rPr lang="de-DE" sz="1000" dirty="0" err="1">
                <a:solidFill>
                  <a:srgbClr val="0070C0"/>
                </a:solidFill>
              </a:rPr>
              <a:t>iirds:Document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rdf:</a:t>
            </a:r>
            <a:r>
              <a:rPr lang="de-DE" sz="1000" err="1">
                <a:solidFill>
                  <a:srgbClr val="FF0000"/>
                </a:solidFill>
              </a:rPr>
              <a:t>about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>
                <a:solidFill>
                  <a:schemeClr val="bg2">
                    <a:lumMod val="10000"/>
                  </a:schemeClr>
                </a:solidFill>
              </a:rPr>
              <a:t>motor-doc</a:t>
            </a:r>
            <a:r>
              <a:rPr lang="de-DE" sz="1000">
                <a:solidFill>
                  <a:srgbClr val="0070C0"/>
                </a:solidFill>
              </a:rPr>
              <a:t>"&gt;</a:t>
            </a:r>
            <a:endParaRPr lang="de-DE" sz="1000" dirty="0">
              <a:solidFill>
                <a:srgbClr val="0070C0"/>
              </a:solidFill>
            </a:endParaRPr>
          </a:p>
          <a:p>
            <a:r>
              <a:rPr lang="de-DE" sz="1000" dirty="0">
                <a:solidFill>
                  <a:srgbClr val="0070C0"/>
                </a:solidFill>
              </a:rPr>
              <a:t>   &lt;</a:t>
            </a:r>
            <a:r>
              <a:rPr lang="de-DE" sz="1000" dirty="0" err="1">
                <a:solidFill>
                  <a:srgbClr val="0070C0"/>
                </a:solidFill>
              </a:rPr>
              <a:t>iirds:relates-to-component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rdf:</a:t>
            </a:r>
            <a:r>
              <a:rPr lang="de-DE" sz="1000" err="1">
                <a:solidFill>
                  <a:srgbClr val="FF0000"/>
                </a:solidFill>
              </a:rPr>
              <a:t>resource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/>
              <a:t>http</a:t>
            </a:r>
            <a:r>
              <a:rPr lang="de-DE" sz="1000" dirty="0"/>
              <a:t>://motor-co.com/</a:t>
            </a:r>
            <a:r>
              <a:rPr lang="de-DE" sz="1000" dirty="0" err="1"/>
              <a:t>motors</a:t>
            </a:r>
            <a:r>
              <a:rPr lang="de-DE" sz="1000"/>
              <a:t>/ABC</a:t>
            </a:r>
            <a:r>
              <a:rPr lang="de-DE" sz="1000">
                <a:solidFill>
                  <a:srgbClr val="0070C0"/>
                </a:solidFill>
              </a:rPr>
              <a:t>" </a:t>
            </a:r>
            <a:r>
              <a:rPr lang="de-DE" sz="1000" dirty="0">
                <a:solidFill>
                  <a:srgbClr val="0070C0"/>
                </a:solidFill>
              </a:rPr>
              <a:t>/&gt; </a:t>
            </a:r>
            <a:br>
              <a:rPr lang="de-DE" sz="1000" dirty="0">
                <a:solidFill>
                  <a:srgbClr val="0070C0"/>
                </a:solidFill>
              </a:rPr>
            </a:br>
            <a:r>
              <a:rPr lang="de-DE" sz="1000" dirty="0">
                <a:solidFill>
                  <a:srgbClr val="0070C0"/>
                </a:solidFill>
              </a:rPr>
              <a:t>   &lt;</a:t>
            </a:r>
            <a:r>
              <a:rPr lang="de-DE" sz="1000" dirty="0" err="1">
                <a:solidFill>
                  <a:srgbClr val="0070C0"/>
                </a:solidFill>
              </a:rPr>
              <a:t>iirds:has-rendition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    &lt;</a:t>
            </a:r>
            <a:r>
              <a:rPr lang="de-DE" sz="1000" dirty="0" err="1">
                <a:solidFill>
                  <a:srgbClr val="0070C0"/>
                </a:solidFill>
              </a:rPr>
              <a:t>iirds:Rendition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        &lt;</a:t>
            </a:r>
            <a:r>
              <a:rPr lang="de-DE" sz="1000" dirty="0" err="1">
                <a:solidFill>
                  <a:srgbClr val="0070C0"/>
                </a:solidFill>
              </a:rPr>
              <a:t>iirds:format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  <a:r>
              <a:rPr lang="de-DE" sz="1000" dirty="0" err="1"/>
              <a:t>application</a:t>
            </a:r>
            <a:r>
              <a:rPr lang="de-DE" sz="1000" dirty="0"/>
              <a:t>/</a:t>
            </a:r>
            <a:r>
              <a:rPr lang="de-DE" sz="1000" dirty="0" err="1"/>
              <a:t>pdf</a:t>
            </a:r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iirds:format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        &lt;</a:t>
            </a:r>
            <a:r>
              <a:rPr lang="de-DE" sz="1000" dirty="0" err="1">
                <a:solidFill>
                  <a:srgbClr val="0070C0"/>
                </a:solidFill>
              </a:rPr>
              <a:t>iirds:source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  <a:r>
              <a:rPr lang="de-DE" sz="1000" err="1"/>
              <a:t>content</a:t>
            </a:r>
            <a:r>
              <a:rPr lang="de-DE" sz="1000"/>
              <a:t>/motor</a:t>
            </a:r>
            <a:r>
              <a:rPr lang="de-DE" sz="1000" dirty="0"/>
              <a:t>.pdf</a:t>
            </a:r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iirds:source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    &lt;/</a:t>
            </a:r>
            <a:r>
              <a:rPr lang="de-DE" sz="1000" dirty="0" err="1">
                <a:solidFill>
                  <a:srgbClr val="0070C0"/>
                </a:solidFill>
              </a:rPr>
              <a:t>iirds:Rendition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&lt;/</a:t>
            </a:r>
            <a:r>
              <a:rPr lang="de-DE" sz="1000" dirty="0" err="1">
                <a:solidFill>
                  <a:srgbClr val="0070C0"/>
                </a:solidFill>
              </a:rPr>
              <a:t>iirds:has-rendition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iirds:Document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endParaRPr lang="de-DE" sz="1000" dirty="0">
              <a:solidFill>
                <a:srgbClr val="0070C0"/>
              </a:solidFill>
            </a:endParaRPr>
          </a:p>
          <a:p>
            <a:r>
              <a:rPr lang="de-DE" sz="1000" dirty="0">
                <a:solidFill>
                  <a:srgbClr val="0070C0"/>
                </a:solidFill>
              </a:rPr>
              <a:t>&lt;</a:t>
            </a:r>
            <a:r>
              <a:rPr lang="de-DE" sz="1000" dirty="0" err="1">
                <a:solidFill>
                  <a:srgbClr val="0070C0"/>
                </a:solidFill>
              </a:rPr>
              <a:t>iirds:Component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rdf:</a:t>
            </a:r>
            <a:r>
              <a:rPr lang="de-DE" sz="1000" err="1">
                <a:solidFill>
                  <a:srgbClr val="FF0000"/>
                </a:solidFill>
              </a:rPr>
              <a:t>about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/>
              <a:t>http</a:t>
            </a:r>
            <a:r>
              <a:rPr lang="de-DE" sz="1000" dirty="0"/>
              <a:t>://motor-co.com/motors</a:t>
            </a:r>
            <a:r>
              <a:rPr lang="de-DE" sz="1000"/>
              <a:t>/ABC</a:t>
            </a:r>
            <a:r>
              <a:rPr lang="de-DE" sz="1000">
                <a:solidFill>
                  <a:srgbClr val="0070C0"/>
                </a:solidFill>
              </a:rPr>
              <a:t>"&gt;</a:t>
            </a:r>
            <a:endParaRPr lang="de-DE" sz="1000" dirty="0">
              <a:solidFill>
                <a:srgbClr val="0070C0"/>
              </a:solidFill>
            </a:endParaRPr>
          </a:p>
          <a:p>
            <a:r>
              <a:rPr lang="de-DE" sz="1000" dirty="0">
                <a:solidFill>
                  <a:srgbClr val="0070C0"/>
                </a:solidFill>
              </a:rPr>
              <a:t>    &lt;</a:t>
            </a:r>
            <a:r>
              <a:rPr lang="de-DE" sz="1000" dirty="0" err="1">
                <a:solidFill>
                  <a:srgbClr val="0070C0"/>
                </a:solidFill>
              </a:rPr>
              <a:t>rdfs:label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xml:</a:t>
            </a:r>
            <a:r>
              <a:rPr lang="de-DE" sz="1000" err="1">
                <a:solidFill>
                  <a:srgbClr val="FF0000"/>
                </a:solidFill>
              </a:rPr>
              <a:t>lang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/>
              <a:t>en</a:t>
            </a:r>
            <a:r>
              <a:rPr lang="de-DE" sz="1000">
                <a:solidFill>
                  <a:srgbClr val="0070C0"/>
                </a:solidFill>
              </a:rPr>
              <a:t>"&gt;</a:t>
            </a:r>
            <a:r>
              <a:rPr lang="de-DE" sz="1000"/>
              <a:t>motor </a:t>
            </a:r>
            <a:r>
              <a:rPr lang="de-DE" sz="1000" dirty="0"/>
              <a:t>ABC</a:t>
            </a:r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rdfs:label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r>
              <a:rPr lang="de-DE" sz="1000" dirty="0">
                <a:solidFill>
                  <a:srgbClr val="0070C0"/>
                </a:solidFill>
              </a:rPr>
              <a:t>    &lt;</a:t>
            </a:r>
            <a:r>
              <a:rPr lang="de-DE" sz="1000" dirty="0" err="1">
                <a:solidFill>
                  <a:srgbClr val="0070C0"/>
                </a:solidFill>
              </a:rPr>
              <a:t>iirds:has-component</a:t>
            </a:r>
            <a:r>
              <a:rPr lang="de-DE" sz="1000" dirty="0">
                <a:solidFill>
                  <a:srgbClr val="0070C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rdf:</a:t>
            </a:r>
            <a:r>
              <a:rPr lang="de-DE" sz="1000" err="1">
                <a:solidFill>
                  <a:srgbClr val="FF0000"/>
                </a:solidFill>
              </a:rPr>
              <a:t>resource</a:t>
            </a:r>
            <a:r>
              <a:rPr lang="de-DE" sz="1000">
                <a:solidFill>
                  <a:srgbClr val="0070C0"/>
                </a:solidFill>
              </a:rPr>
              <a:t>="</a:t>
            </a:r>
            <a:r>
              <a:rPr lang="de-DE" sz="1000"/>
              <a:t>http</a:t>
            </a:r>
            <a:r>
              <a:rPr lang="de-DE" sz="1000" dirty="0"/>
              <a:t>://switch-co.com/switches</a:t>
            </a:r>
            <a:r>
              <a:rPr lang="de-DE" sz="1000"/>
              <a:t>/S1</a:t>
            </a:r>
            <a:r>
              <a:rPr lang="de-DE" sz="1000">
                <a:solidFill>
                  <a:srgbClr val="0070C0"/>
                </a:solidFill>
              </a:rPr>
              <a:t>" /&gt;</a:t>
            </a:r>
            <a:endParaRPr lang="de-DE" sz="1000" dirty="0">
              <a:solidFill>
                <a:srgbClr val="0070C0"/>
              </a:solidFill>
            </a:endParaRPr>
          </a:p>
          <a:p>
            <a:r>
              <a:rPr lang="de-DE" sz="1000" dirty="0">
                <a:solidFill>
                  <a:srgbClr val="0070C0"/>
                </a:solidFill>
              </a:rPr>
              <a:t>&lt;/</a:t>
            </a:r>
            <a:r>
              <a:rPr lang="de-DE" sz="1000" dirty="0" err="1">
                <a:solidFill>
                  <a:srgbClr val="0070C0"/>
                </a:solidFill>
              </a:rPr>
              <a:t>iirds:Component</a:t>
            </a:r>
            <a:r>
              <a:rPr lang="de-DE" sz="1000" dirty="0">
                <a:solidFill>
                  <a:srgbClr val="0070C0"/>
                </a:solidFill>
              </a:rPr>
              <a:t>&gt;</a:t>
            </a:r>
          </a:p>
          <a:p>
            <a:endParaRPr lang="de-DE" sz="1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0223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6556D697A14B744B0753244BFCF7FA3" ma:contentTypeVersion="20" ma:contentTypeDescription="Ein neues Dokument erstellen." ma:contentTypeScope="" ma:versionID="1664b2801c7bb2765682689a2d4fd5e7">
  <xsd:schema xmlns:xsd="http://www.w3.org/2001/XMLSchema" xmlns:xs="http://www.w3.org/2001/XMLSchema" xmlns:p="http://schemas.microsoft.com/office/2006/metadata/properties" xmlns:ns2="e8c83d76-6da4-4bb9-b615-d4196a663eef" xmlns:ns3="ad1f1bdd-4103-499d-af10-68c28ba6cce0" targetNamespace="http://schemas.microsoft.com/office/2006/metadata/properties" ma:root="true" ma:fieldsID="a450dd26a5aa9d6593f5b254795dae81" ns2:_="" ns3:_="">
    <xsd:import namespace="e8c83d76-6da4-4bb9-b615-d4196a663eef"/>
    <xsd:import namespace="ad1f1bdd-4103-499d-af10-68c28ba6cc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Beispiel_x002d_Metadatu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c83d76-6da4-4bb9-b615-d4196a663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23238e37-9e1f-4ff8-b9a7-a31ec565c6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Beispiel_x002d_Metadatum" ma:index="27" nillable="true" ma:displayName="Beispiel-Metadatum" ma:format="Dropdown" ma:internalName="Beispiel_x002d_Metadatum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1f1bdd-4103-499d-af10-68c28ba6cce0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797f4298-9c40-4f83-86c2-a164a0cc813c}" ma:internalName="TaxCatchAll" ma:showField="CatchAllData" ma:web="ad1f1bdd-4103-499d-af10-68c28ba6cc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8c83d76-6da4-4bb9-b615-d4196a663eef">
      <Terms xmlns="http://schemas.microsoft.com/office/infopath/2007/PartnerControls"/>
    </lcf76f155ced4ddcb4097134ff3c332f>
    <TaxCatchAll xmlns="ad1f1bdd-4103-499d-af10-68c28ba6cce0" xsi:nil="true"/>
    <Beispiel_x002d_Metadatum xmlns="e8c83d76-6da4-4bb9-b615-d4196a663eef" xsi:nil="true"/>
  </documentManagement>
</p:properties>
</file>

<file path=customXml/itemProps1.xml><?xml version="1.0" encoding="utf-8"?>
<ds:datastoreItem xmlns:ds="http://schemas.openxmlformats.org/officeDocument/2006/customXml" ds:itemID="{22D8D754-488D-49FB-9F5B-8D04850ED6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c83d76-6da4-4bb9-b615-d4196a663eef"/>
    <ds:schemaRef ds:uri="ad1f1bdd-4103-499d-af10-68c28ba6cc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72564CB-D775-432A-B649-13F88D4C6D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54F78A-130E-409F-A0E3-0330BBA5DF27}">
  <ds:schemaRefs>
    <ds:schemaRef ds:uri="ad1f1bdd-4103-499d-af10-68c28ba6cce0"/>
    <ds:schemaRef ds:uri="e8c83d76-6da4-4bb9-b615-d4196a663eef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559</Words>
  <Application>Microsoft Office PowerPoint</Application>
  <PresentationFormat>Benutzerdefiniert</PresentationFormat>
  <Paragraphs>65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think-cell Folie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Gerhard Glatz</dc:creator>
  <cp:lastModifiedBy>Gerhard Glatz</cp:lastModifiedBy>
  <cp:revision>4</cp:revision>
  <dcterms:created xsi:type="dcterms:W3CDTF">2024-12-13T15:50:49Z</dcterms:created>
  <dcterms:modified xsi:type="dcterms:W3CDTF">2025-10-14T18:50:54Z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0x010100F6556D697A14B744B0753244BFCF7FA3</vt:lpwstr>
  </property>
  <property fmtid="{D5CDD505-2E9C-101B-9397-08002B2CF9AE}" pid="3" name="MediaServiceImageTags">
    <vt:lpwstr/>
  </property>
</Properties>
</file>