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8" r:id="rId5"/>
    <p:sldId id="2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6817" autoAdjust="0"/>
  </p:normalViewPr>
  <p:slideViewPr>
    <p:cSldViewPr snapToGrid="0">
      <p:cViewPr varScale="1">
        <p:scale>
          <a:sx n="112" d="100"/>
          <a:sy n="112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40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752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424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851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91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045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459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935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865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992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392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6970E-8F2E-40AD-9B42-16BBC92B51E7}" type="datetimeFigureOut">
              <a:rPr lang="de-DE" smtClean="0"/>
              <a:t>19.12.2024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06376-209D-4F13-9EB9-92A2EAF9579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745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1423102" y="665020"/>
            <a:ext cx="5462649" cy="34967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4568803" y="652958"/>
            <a:ext cx="1798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iiRDS Container</a:t>
            </a:r>
          </a:p>
        </p:txBody>
      </p:sp>
      <p:cxnSp>
        <p:nvCxnSpPr>
          <p:cNvPr id="7" name="Gerader Verbinder 6"/>
          <p:cNvCxnSpPr>
            <a:cxnSpLocks/>
            <a:stCxn id="9" idx="2"/>
          </p:cNvCxnSpPr>
          <p:nvPr/>
        </p:nvCxnSpPr>
        <p:spPr>
          <a:xfrm flipH="1">
            <a:off x="2387599" y="1422400"/>
            <a:ext cx="1" cy="2084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2074822" y="1053068"/>
            <a:ext cx="62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Root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3050022" y="1568171"/>
            <a:ext cx="110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META-INF</a:t>
            </a:r>
          </a:p>
        </p:txBody>
      </p:sp>
      <p:cxnSp>
        <p:nvCxnSpPr>
          <p:cNvPr id="14" name="Gerader Verbinder 13"/>
          <p:cNvCxnSpPr>
            <a:stCxn id="12" idx="1"/>
          </p:cNvCxnSpPr>
          <p:nvPr/>
        </p:nvCxnSpPr>
        <p:spPr>
          <a:xfrm flipH="1">
            <a:off x="2387599" y="1752837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>
            <a:cxnSpLocks/>
            <a:stCxn id="12" idx="2"/>
          </p:cNvCxnSpPr>
          <p:nvPr/>
        </p:nvCxnSpPr>
        <p:spPr>
          <a:xfrm>
            <a:off x="3602225" y="1937503"/>
            <a:ext cx="0" cy="669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/>
        </p:nvCxnSpPr>
        <p:spPr>
          <a:xfrm flipH="1">
            <a:off x="3602225" y="2305234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4264645" y="2120568"/>
            <a:ext cx="14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metadata.rdf</a:t>
            </a:r>
          </a:p>
        </p:txBody>
      </p:sp>
      <p:cxnSp>
        <p:nvCxnSpPr>
          <p:cNvPr id="28" name="Gerader Verbinder 27"/>
          <p:cNvCxnSpPr/>
          <p:nvPr/>
        </p:nvCxnSpPr>
        <p:spPr>
          <a:xfrm flipH="1">
            <a:off x="2387599" y="3130942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/>
          <p:cNvSpPr txBox="1"/>
          <p:nvPr/>
        </p:nvSpPr>
        <p:spPr>
          <a:xfrm>
            <a:off x="3050022" y="2946276"/>
            <a:ext cx="303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&lt;arbitrary directory structure&gt;</a:t>
            </a:r>
          </a:p>
        </p:txBody>
      </p:sp>
      <p:cxnSp>
        <p:nvCxnSpPr>
          <p:cNvPr id="31" name="Gerader Verbinder 30"/>
          <p:cNvCxnSpPr/>
          <p:nvPr/>
        </p:nvCxnSpPr>
        <p:spPr>
          <a:xfrm flipH="1">
            <a:off x="2387599" y="3506595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/>
          <p:cNvSpPr txBox="1"/>
          <p:nvPr/>
        </p:nvSpPr>
        <p:spPr>
          <a:xfrm>
            <a:off x="3050022" y="3321929"/>
            <a:ext cx="3037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&lt;arbitrary directory structure&gt;</a:t>
            </a:r>
          </a:p>
          <a:p>
            <a:pPr algn="ctr"/>
            <a:r>
              <a:rPr lang="de-DE" dirty="0"/>
              <a:t>…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496A1F2-20D2-255B-75B6-59F121B7E51A}"/>
              </a:ext>
            </a:extLst>
          </p:cNvPr>
          <p:cNvSpPr txBox="1"/>
          <p:nvPr/>
        </p:nvSpPr>
        <p:spPr>
          <a:xfrm>
            <a:off x="4264645" y="2413411"/>
            <a:ext cx="26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metadata.jsonld (optional)</a:t>
            </a:r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6E5272D9-B808-E426-8708-A4956D3D1F91}"/>
              </a:ext>
            </a:extLst>
          </p:cNvPr>
          <p:cNvCxnSpPr/>
          <p:nvPr/>
        </p:nvCxnSpPr>
        <p:spPr>
          <a:xfrm flipH="1">
            <a:off x="3602224" y="2606875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29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2912-3442-8452-F988-453A4733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bgerundetes Rechteck 3">
            <a:extLst>
              <a:ext uri="{FF2B5EF4-FFF2-40B4-BE49-F238E27FC236}">
                <a16:creationId xmlns:a16="http://schemas.microsoft.com/office/drawing/2014/main" id="{EFB092A7-808A-C2D2-DE6C-8B8A4F3F0040}"/>
              </a:ext>
            </a:extLst>
          </p:cNvPr>
          <p:cNvSpPr/>
          <p:nvPr/>
        </p:nvSpPr>
        <p:spPr>
          <a:xfrm>
            <a:off x="1423102" y="665019"/>
            <a:ext cx="5462649" cy="46248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DC4E08D-5278-43B8-3439-BF7A82811454}"/>
              </a:ext>
            </a:extLst>
          </p:cNvPr>
          <p:cNvSpPr txBox="1"/>
          <p:nvPr/>
        </p:nvSpPr>
        <p:spPr>
          <a:xfrm>
            <a:off x="4568803" y="652958"/>
            <a:ext cx="1798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iiRDS Container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D1F4B30-3680-F3C7-201A-AD98F3D8718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028674" y="1354032"/>
            <a:ext cx="4" cy="346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B3B25CE-3E58-B994-AB8D-D930C75190FE}"/>
              </a:ext>
            </a:extLst>
          </p:cNvPr>
          <p:cNvSpPr txBox="1"/>
          <p:nvPr/>
        </p:nvSpPr>
        <p:spPr>
          <a:xfrm>
            <a:off x="1715900" y="984700"/>
            <a:ext cx="62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Root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A85BEC8-67F0-A3A8-EC2D-3D661E7BAF19}"/>
              </a:ext>
            </a:extLst>
          </p:cNvPr>
          <p:cNvSpPr txBox="1"/>
          <p:nvPr/>
        </p:nvSpPr>
        <p:spPr>
          <a:xfrm>
            <a:off x="2691100" y="1499803"/>
            <a:ext cx="110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META-INF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83EF187-56F7-D1A6-8C98-130AC226F797}"/>
              </a:ext>
            </a:extLst>
          </p:cNvPr>
          <p:cNvCxnSpPr>
            <a:stCxn id="12" idx="1"/>
          </p:cNvCxnSpPr>
          <p:nvPr/>
        </p:nvCxnSpPr>
        <p:spPr>
          <a:xfrm flipH="1">
            <a:off x="2028677" y="1684469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CEAA98EA-E714-5286-56A7-4593019A6547}"/>
              </a:ext>
            </a:extLst>
          </p:cNvPr>
          <p:cNvCxnSpPr>
            <a:cxnSpLocks/>
          </p:cNvCxnSpPr>
          <p:nvPr/>
        </p:nvCxnSpPr>
        <p:spPr>
          <a:xfrm>
            <a:off x="3029659" y="1869135"/>
            <a:ext cx="0" cy="669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9C8369F-C17E-16AA-BB94-A231B6C67D8D}"/>
              </a:ext>
            </a:extLst>
          </p:cNvPr>
          <p:cNvCxnSpPr/>
          <p:nvPr/>
        </p:nvCxnSpPr>
        <p:spPr>
          <a:xfrm flipH="1">
            <a:off x="3029659" y="2236866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3A34A5E3-08ED-E807-2590-EA8A4C13DF66}"/>
              </a:ext>
            </a:extLst>
          </p:cNvPr>
          <p:cNvSpPr txBox="1"/>
          <p:nvPr/>
        </p:nvSpPr>
        <p:spPr>
          <a:xfrm>
            <a:off x="3692079" y="2052200"/>
            <a:ext cx="14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metadata.rdf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90C968D8-1883-978D-D922-361BF58E5309}"/>
              </a:ext>
            </a:extLst>
          </p:cNvPr>
          <p:cNvCxnSpPr/>
          <p:nvPr/>
        </p:nvCxnSpPr>
        <p:spPr>
          <a:xfrm flipH="1">
            <a:off x="2028677" y="3062574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2E8DF0DD-13A5-B673-D6E0-AAF368AFDB6C}"/>
              </a:ext>
            </a:extLst>
          </p:cNvPr>
          <p:cNvSpPr txBox="1"/>
          <p:nvPr/>
        </p:nvSpPr>
        <p:spPr>
          <a:xfrm>
            <a:off x="2691100" y="2877908"/>
            <a:ext cx="255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&lt;nested package01.iirds&gt;</a:t>
            </a:r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A442AEA7-7272-557A-33AD-5BCAF43EC71D}"/>
              </a:ext>
            </a:extLst>
          </p:cNvPr>
          <p:cNvCxnSpPr/>
          <p:nvPr/>
        </p:nvCxnSpPr>
        <p:spPr>
          <a:xfrm flipH="1">
            <a:off x="2028677" y="4822640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006819B3-1179-A8F6-C263-F8ADFF416CB2}"/>
              </a:ext>
            </a:extLst>
          </p:cNvPr>
          <p:cNvSpPr txBox="1"/>
          <p:nvPr/>
        </p:nvSpPr>
        <p:spPr>
          <a:xfrm>
            <a:off x="2691100" y="4646520"/>
            <a:ext cx="2554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&lt;nested package02.iirds&gt;</a:t>
            </a:r>
          </a:p>
          <a:p>
            <a:pPr algn="ctr"/>
            <a:r>
              <a:rPr lang="de-DE"/>
              <a:t>…</a:t>
            </a:r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C67E14E-2E87-E443-6C78-0754BD988950}"/>
              </a:ext>
            </a:extLst>
          </p:cNvPr>
          <p:cNvSpPr txBox="1"/>
          <p:nvPr/>
        </p:nvSpPr>
        <p:spPr>
          <a:xfrm>
            <a:off x="3692079" y="2345043"/>
            <a:ext cx="26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metadata.jsonld (optional)</a:t>
            </a:r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E9D80B-677E-A0F4-360F-36660AE5B782}"/>
              </a:ext>
            </a:extLst>
          </p:cNvPr>
          <p:cNvCxnSpPr/>
          <p:nvPr/>
        </p:nvCxnSpPr>
        <p:spPr>
          <a:xfrm flipH="1">
            <a:off x="3029658" y="2538507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ED8B24E-F94B-AB56-73D1-333E5A5DA4B5}"/>
              </a:ext>
            </a:extLst>
          </p:cNvPr>
          <p:cNvCxnSpPr>
            <a:cxnSpLocks/>
          </p:cNvCxnSpPr>
          <p:nvPr/>
        </p:nvCxnSpPr>
        <p:spPr>
          <a:xfrm>
            <a:off x="3022311" y="3231124"/>
            <a:ext cx="0" cy="1271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46B34784-2150-ADC2-B7D2-1B7604FF4083}"/>
              </a:ext>
            </a:extLst>
          </p:cNvPr>
          <p:cNvSpPr txBox="1"/>
          <p:nvPr/>
        </p:nvSpPr>
        <p:spPr>
          <a:xfrm>
            <a:off x="3353815" y="3385883"/>
            <a:ext cx="110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META-INF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4E9A9F4-3DBC-FD92-356C-003851445654}"/>
              </a:ext>
            </a:extLst>
          </p:cNvPr>
          <p:cNvCxnSpPr>
            <a:cxnSpLocks/>
          </p:cNvCxnSpPr>
          <p:nvPr/>
        </p:nvCxnSpPr>
        <p:spPr>
          <a:xfrm flipH="1">
            <a:off x="3022310" y="3561561"/>
            <a:ext cx="3105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FEF77F4-143E-CD6F-B295-B94F674DE5F2}"/>
              </a:ext>
            </a:extLst>
          </p:cNvPr>
          <p:cNvCxnSpPr>
            <a:cxnSpLocks/>
          </p:cNvCxnSpPr>
          <p:nvPr/>
        </p:nvCxnSpPr>
        <p:spPr>
          <a:xfrm>
            <a:off x="3574805" y="3755215"/>
            <a:ext cx="0" cy="4386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05B9D90-439C-A6C1-570C-4850F6B1211C}"/>
              </a:ext>
            </a:extLst>
          </p:cNvPr>
          <p:cNvCxnSpPr/>
          <p:nvPr/>
        </p:nvCxnSpPr>
        <p:spPr>
          <a:xfrm flipH="1">
            <a:off x="3574805" y="3892210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DE8F42EF-AA29-2141-5600-43420250AE94}"/>
              </a:ext>
            </a:extLst>
          </p:cNvPr>
          <p:cNvSpPr txBox="1"/>
          <p:nvPr/>
        </p:nvSpPr>
        <p:spPr>
          <a:xfrm>
            <a:off x="4237225" y="3707544"/>
            <a:ext cx="14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metadata.rdf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8223913-0240-71A4-EA3D-60BB80DD1604}"/>
              </a:ext>
            </a:extLst>
          </p:cNvPr>
          <p:cNvCxnSpPr/>
          <p:nvPr/>
        </p:nvCxnSpPr>
        <p:spPr>
          <a:xfrm flipH="1">
            <a:off x="3022308" y="4502515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693EFB73-CA1D-F22A-50C4-A476DB0C14AC}"/>
              </a:ext>
            </a:extLst>
          </p:cNvPr>
          <p:cNvSpPr txBox="1"/>
          <p:nvPr/>
        </p:nvSpPr>
        <p:spPr>
          <a:xfrm>
            <a:off x="3684731" y="4317849"/>
            <a:ext cx="303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&lt;arbitrary directory structure&gt;</a:t>
            </a:r>
            <a:endParaRPr lang="de-DE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73375BD4-A30D-E25B-F426-080A974A2C55}"/>
              </a:ext>
            </a:extLst>
          </p:cNvPr>
          <p:cNvSpPr txBox="1"/>
          <p:nvPr/>
        </p:nvSpPr>
        <p:spPr>
          <a:xfrm>
            <a:off x="4237225" y="4000387"/>
            <a:ext cx="26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metadata.jsonld (optional)</a:t>
            </a:r>
            <a:endParaRPr lang="de-DE" dirty="0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ABCC0AD-276A-C5D6-CEC5-89011ECBBEC0}"/>
              </a:ext>
            </a:extLst>
          </p:cNvPr>
          <p:cNvCxnSpPr/>
          <p:nvPr/>
        </p:nvCxnSpPr>
        <p:spPr>
          <a:xfrm flipH="1">
            <a:off x="3574804" y="4193851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863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1423102" y="665019"/>
            <a:ext cx="5462649" cy="35507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4568803" y="652958"/>
            <a:ext cx="1927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iiRDS Zip Archive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2074822" y="1053068"/>
            <a:ext cx="62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Root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050022" y="1402700"/>
            <a:ext cx="1138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mimetype</a:t>
            </a:r>
          </a:p>
        </p:txBody>
      </p:sp>
      <p:cxnSp>
        <p:nvCxnSpPr>
          <p:cNvPr id="20" name="Gerader Verbinder 19"/>
          <p:cNvCxnSpPr>
            <a:stCxn id="19" idx="1"/>
          </p:cNvCxnSpPr>
          <p:nvPr/>
        </p:nvCxnSpPr>
        <p:spPr>
          <a:xfrm flipH="1">
            <a:off x="2387599" y="1587366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735D65F1-613F-E7E3-11EE-6A63676A1D50}"/>
              </a:ext>
            </a:extLst>
          </p:cNvPr>
          <p:cNvCxnSpPr>
            <a:cxnSpLocks/>
          </p:cNvCxnSpPr>
          <p:nvPr/>
        </p:nvCxnSpPr>
        <p:spPr>
          <a:xfrm flipH="1">
            <a:off x="2387599" y="1422400"/>
            <a:ext cx="1" cy="2084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E6366CC8-9126-3769-F63E-EE2710354308}"/>
              </a:ext>
            </a:extLst>
          </p:cNvPr>
          <p:cNvSpPr txBox="1"/>
          <p:nvPr/>
        </p:nvSpPr>
        <p:spPr>
          <a:xfrm>
            <a:off x="3050022" y="1707871"/>
            <a:ext cx="110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META-INF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94BA956-C8D6-F9CD-7C9A-FADB9024125C}"/>
              </a:ext>
            </a:extLst>
          </p:cNvPr>
          <p:cNvCxnSpPr>
            <a:stCxn id="3" idx="1"/>
          </p:cNvCxnSpPr>
          <p:nvPr/>
        </p:nvCxnSpPr>
        <p:spPr>
          <a:xfrm flipH="1">
            <a:off x="2387599" y="1892537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742EACE-4D57-FA71-E956-8F3AE99EECA7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602225" y="2077203"/>
            <a:ext cx="0" cy="669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CF4C742-28A3-46C4-83E4-593662524383}"/>
              </a:ext>
            </a:extLst>
          </p:cNvPr>
          <p:cNvCxnSpPr/>
          <p:nvPr/>
        </p:nvCxnSpPr>
        <p:spPr>
          <a:xfrm flipH="1">
            <a:off x="3602225" y="2444934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6E2649C8-D919-AEB8-FF94-5A89C72E543E}"/>
              </a:ext>
            </a:extLst>
          </p:cNvPr>
          <p:cNvSpPr txBox="1"/>
          <p:nvPr/>
        </p:nvSpPr>
        <p:spPr>
          <a:xfrm>
            <a:off x="4264645" y="2260268"/>
            <a:ext cx="14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metadata.rdf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F721EC8-9CFA-1669-21AA-D552A576C8D9}"/>
              </a:ext>
            </a:extLst>
          </p:cNvPr>
          <p:cNvCxnSpPr/>
          <p:nvPr/>
        </p:nvCxnSpPr>
        <p:spPr>
          <a:xfrm flipH="1">
            <a:off x="2387599" y="3130942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C9E6A33-50E7-74E2-5E3E-B9B5979017AC}"/>
              </a:ext>
            </a:extLst>
          </p:cNvPr>
          <p:cNvSpPr txBox="1"/>
          <p:nvPr/>
        </p:nvSpPr>
        <p:spPr>
          <a:xfrm>
            <a:off x="3050022" y="2946276"/>
            <a:ext cx="303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&lt;arbitrary directory structure&gt;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C5D13830-4AE5-15FA-A93C-0579A6EC2D75}"/>
              </a:ext>
            </a:extLst>
          </p:cNvPr>
          <p:cNvCxnSpPr/>
          <p:nvPr/>
        </p:nvCxnSpPr>
        <p:spPr>
          <a:xfrm flipH="1">
            <a:off x="2387599" y="3506595"/>
            <a:ext cx="6624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402E6225-5A77-C8C1-7946-063E0C6CD9C7}"/>
              </a:ext>
            </a:extLst>
          </p:cNvPr>
          <p:cNvSpPr txBox="1"/>
          <p:nvPr/>
        </p:nvSpPr>
        <p:spPr>
          <a:xfrm>
            <a:off x="3050022" y="3321929"/>
            <a:ext cx="3037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&lt;arbitrary directory structure&gt;</a:t>
            </a:r>
          </a:p>
          <a:p>
            <a:pPr algn="ctr"/>
            <a:r>
              <a:rPr lang="de-DE" dirty="0"/>
              <a:t>…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D4267B9-95CD-1AA7-97F9-083CC3EA44CB}"/>
              </a:ext>
            </a:extLst>
          </p:cNvPr>
          <p:cNvSpPr txBox="1"/>
          <p:nvPr/>
        </p:nvSpPr>
        <p:spPr>
          <a:xfrm>
            <a:off x="4264645" y="2553111"/>
            <a:ext cx="26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metadata.jsonld (optional)</a:t>
            </a:r>
            <a:endParaRPr lang="de-DE" dirty="0"/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FA68703-C4BF-F3AD-0364-FB5B9787F957}"/>
              </a:ext>
            </a:extLst>
          </p:cNvPr>
          <p:cNvCxnSpPr/>
          <p:nvPr/>
        </p:nvCxnSpPr>
        <p:spPr>
          <a:xfrm flipH="1">
            <a:off x="3602224" y="2746575"/>
            <a:ext cx="662423" cy="1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62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56D697A14B744B0753244BFCF7FA3" ma:contentTypeVersion="18" ma:contentTypeDescription="Ein neues Dokument erstellen." ma:contentTypeScope="" ma:versionID="65f82342f296cca429ae0917d668012c">
  <xsd:schema xmlns:xsd="http://www.w3.org/2001/XMLSchema" xmlns:xs="http://www.w3.org/2001/XMLSchema" xmlns:p="http://schemas.microsoft.com/office/2006/metadata/properties" xmlns:ns2="e8c83d76-6da4-4bb9-b615-d4196a663eef" xmlns:ns3="ad1f1bdd-4103-499d-af10-68c28ba6cce0" targetNamespace="http://schemas.microsoft.com/office/2006/metadata/properties" ma:root="true" ma:fieldsID="160791d3703725727eea880c11856b8a" ns2:_="" ns3:_="">
    <xsd:import namespace="e8c83d76-6da4-4bb9-b615-d4196a663eef"/>
    <xsd:import namespace="ad1f1bdd-4103-499d-af10-68c28ba6cc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83d76-6da4-4bb9-b615-d4196a663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23238e37-9e1f-4ff8-b9a7-a31ec565c6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1f1bdd-4103-499d-af10-68c28ba6cce0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797f4298-9c40-4f83-86c2-a164a0cc813c}" ma:internalName="TaxCatchAll" ma:showField="CatchAllData" ma:web="ad1f1bdd-4103-499d-af10-68c28ba6cc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CDCEC4-DC60-411E-8E17-E6AE6066F3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c83d76-6da4-4bb9-b615-d4196a663eef"/>
    <ds:schemaRef ds:uri="ad1f1bdd-4103-499d-af10-68c28ba6cc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5583E4-5C88-4C20-80B1-CA0D55519A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Breitbild</PresentationFormat>
  <Paragraphs>29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</vt:vector>
  </TitlesOfParts>
  <Company>Empolis Information Management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Kreutzer, Martin</dc:creator>
  <cp:lastModifiedBy>Gerhard Glatz</cp:lastModifiedBy>
  <cp:revision>13</cp:revision>
  <dcterms:created xsi:type="dcterms:W3CDTF">2017-01-03T16:35:50Z</dcterms:created>
  <dcterms:modified xsi:type="dcterms:W3CDTF">2024-12-20T11:08:43Z</dcterms:modified>
</cp:coreProperties>
</file>