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74" r:id="rId5"/>
  </p:sldIdLst>
  <p:sldSz cx="12192000" cy="10098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638" y="96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52627"/>
            <a:ext cx="10363200" cy="3515631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303834"/>
            <a:ext cx="9144000" cy="243803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536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5005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517513"/>
            <a:ext cx="10515600" cy="4200523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757774"/>
            <a:ext cx="10515600" cy="220895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737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688148"/>
            <a:ext cx="5181600" cy="64071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688148"/>
            <a:ext cx="5181600" cy="64071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7529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37632"/>
            <a:ext cx="10515600" cy="195183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475435"/>
            <a:ext cx="5157787" cy="121317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688607"/>
            <a:ext cx="5157787" cy="54253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475435"/>
            <a:ext cx="5183188" cy="121317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688607"/>
            <a:ext cx="5183188" cy="542538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163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299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135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73206"/>
            <a:ext cx="3932237" cy="235622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53940"/>
            <a:ext cx="6172200" cy="7176188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029426"/>
            <a:ext cx="3932237" cy="561238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390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73206"/>
            <a:ext cx="3932237" cy="235622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453940"/>
            <a:ext cx="6172200" cy="7176188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029426"/>
            <a:ext cx="3932237" cy="561238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108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88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37630"/>
            <a:ext cx="2628900" cy="8557663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37630"/>
            <a:ext cx="7734300" cy="855766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289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37632"/>
            <a:ext cx="10515600" cy="1951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688148"/>
            <a:ext cx="10515600" cy="6407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9359434"/>
            <a:ext cx="2743200" cy="537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D939B-A0A3-43DA-88D2-384EB2DE0F7E}" type="datetimeFigureOut">
              <a:rPr lang="de-DE" smtClean="0"/>
              <a:t>14.10.2025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9359434"/>
            <a:ext cx="4114800" cy="537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9359434"/>
            <a:ext cx="2743200" cy="5376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C185E-72CE-42E6-90BA-5F4D754D179A}" type="slidenum">
              <a:rPr lang="de-DE" smtClean="0"/>
              <a:t>‹Nr.›</a:t>
            </a:fld>
            <a:endParaRPr lang="de-DE"/>
          </a:p>
        </p:txBody>
      </p:sp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42730347-9CF2-64B6-6542-2B893AC111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607805648"/>
              </p:ext>
            </p:extLst>
          </p:nvPr>
        </p:nvGraphicFramePr>
        <p:xfrm>
          <a:off x="1588" y="2339"/>
          <a:ext cx="1588" cy="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359" imgH="355" progId="TCLayout.ActiveDocument.1">
                  <p:embed/>
                </p:oleObj>
              </mc:Choice>
              <mc:Fallback>
                <p:oleObj name="think-cell Folie" r:id="rId14" imgW="359" imgH="35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2730347-9CF2-64B6-6542-2B893AC111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2339"/>
                        <a:ext cx="1588" cy="23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724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02A7-B6C2-BEE8-9B87-57ECE8BCE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B1CBB753-8963-D185-E464-79A7352F5F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408125"/>
              </p:ext>
            </p:extLst>
          </p:nvPr>
        </p:nvGraphicFramePr>
        <p:xfrm>
          <a:off x="0" y="2339710"/>
          <a:ext cx="12191999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0684">
                  <a:extLst>
                    <a:ext uri="{9D8B030D-6E8A-4147-A177-3AD203B41FA5}">
                      <a16:colId xmlns:a16="http://schemas.microsoft.com/office/drawing/2014/main" val="2844425751"/>
                    </a:ext>
                  </a:extLst>
                </a:gridCol>
                <a:gridCol w="868101">
                  <a:extLst>
                    <a:ext uri="{9D8B030D-6E8A-4147-A177-3AD203B41FA5}">
                      <a16:colId xmlns:a16="http://schemas.microsoft.com/office/drawing/2014/main" val="740780225"/>
                    </a:ext>
                  </a:extLst>
                </a:gridCol>
                <a:gridCol w="2176040">
                  <a:extLst>
                    <a:ext uri="{9D8B030D-6E8A-4147-A177-3AD203B41FA5}">
                      <a16:colId xmlns:a16="http://schemas.microsoft.com/office/drawing/2014/main" val="505799741"/>
                    </a:ext>
                  </a:extLst>
                </a:gridCol>
                <a:gridCol w="2835798">
                  <a:extLst>
                    <a:ext uri="{9D8B030D-6E8A-4147-A177-3AD203B41FA5}">
                      <a16:colId xmlns:a16="http://schemas.microsoft.com/office/drawing/2014/main" val="1868994735"/>
                    </a:ext>
                  </a:extLst>
                </a:gridCol>
                <a:gridCol w="2395959">
                  <a:extLst>
                    <a:ext uri="{9D8B030D-6E8A-4147-A177-3AD203B41FA5}">
                      <a16:colId xmlns:a16="http://schemas.microsoft.com/office/drawing/2014/main" val="3968126880"/>
                    </a:ext>
                  </a:extLst>
                </a:gridCol>
                <a:gridCol w="1485417">
                  <a:extLst>
                    <a:ext uri="{9D8B030D-6E8A-4147-A177-3AD203B41FA5}">
                      <a16:colId xmlns:a16="http://schemas.microsoft.com/office/drawing/2014/main" val="3003471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Product Instance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Document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Informaton Unit IRI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26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Operating Instructions Motor 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http://motor-co.com/motors/ABC_0078241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iirdsHov:Operation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>
                          <a:solidFill>
                            <a:schemeClr val="bg2">
                              <a:lumMod val="10000"/>
                            </a:schemeClr>
                          </a:solidFill>
                        </a:rPr>
                        <a:t>http://motor-co.com/doc/motor</a:t>
                      </a:r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u="sng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content/motor.pdf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482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/>
                        <a:t>Switch  S1 Maintenance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http://switch-co.com/switches/S1-1078555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/>
                        <a:t>iirdsHov:InspectionMaintenanceControl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/>
                        <a:t>http://switch-co.com/doc/switch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u="sng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content/switch.pdf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263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14583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6556D697A14B744B0753244BFCF7FA3" ma:contentTypeVersion="20" ma:contentTypeDescription="Ein neues Dokument erstellen." ma:contentTypeScope="" ma:versionID="1664b2801c7bb2765682689a2d4fd5e7">
  <xsd:schema xmlns:xsd="http://www.w3.org/2001/XMLSchema" xmlns:xs="http://www.w3.org/2001/XMLSchema" xmlns:p="http://schemas.microsoft.com/office/2006/metadata/properties" xmlns:ns2="e8c83d76-6da4-4bb9-b615-d4196a663eef" xmlns:ns3="ad1f1bdd-4103-499d-af10-68c28ba6cce0" targetNamespace="http://schemas.microsoft.com/office/2006/metadata/properties" ma:root="true" ma:fieldsID="a450dd26a5aa9d6593f5b254795dae81" ns2:_="" ns3:_="">
    <xsd:import namespace="e8c83d76-6da4-4bb9-b615-d4196a663eef"/>
    <xsd:import namespace="ad1f1bdd-4103-499d-af10-68c28ba6cce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  <xsd:element ref="ns2:Beispiel_x002d_Metadatum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c83d76-6da4-4bb9-b615-d4196a663e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23238e37-9e1f-4ff8-b9a7-a31ec565c61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Beispiel_x002d_Metadatum" ma:index="27" nillable="true" ma:displayName="Beispiel-Metadatum" ma:format="Dropdown" ma:internalName="Beispiel_x002d_Metadatum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1f1bdd-4103-499d-af10-68c28ba6cce0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797f4298-9c40-4f83-86c2-a164a0cc813c}" ma:internalName="TaxCatchAll" ma:showField="CatchAllData" ma:web="ad1f1bdd-4103-499d-af10-68c28ba6cce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c83d76-6da4-4bb9-b615-d4196a663eef">
      <Terms xmlns="http://schemas.microsoft.com/office/infopath/2007/PartnerControls"/>
    </lcf76f155ced4ddcb4097134ff3c332f>
    <TaxCatchAll xmlns="ad1f1bdd-4103-499d-af10-68c28ba6cce0" xsi:nil="true"/>
    <Beispiel_x002d_Metadatum xmlns="e8c83d76-6da4-4bb9-b615-d4196a663eef" xsi:nil="true"/>
  </documentManagement>
</p:properties>
</file>

<file path=customXml/itemProps1.xml><?xml version="1.0" encoding="utf-8"?>
<ds:datastoreItem xmlns:ds="http://schemas.openxmlformats.org/officeDocument/2006/customXml" ds:itemID="{C72564CB-D775-432A-B649-13F88D4C6DC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2D8D754-488D-49FB-9F5B-8D04850ED65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c83d76-6da4-4bb9-b615-d4196a663eef"/>
    <ds:schemaRef ds:uri="ad1f1bdd-4103-499d-af10-68c28ba6cce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54F78A-130E-409F-A0E3-0330BBA5DF27}">
  <ds:schemaRefs>
    <ds:schemaRef ds:uri="ad1f1bdd-4103-499d-af10-68c28ba6cce0"/>
    <ds:schemaRef ds:uri="e8c83d76-6da4-4bb9-b615-d4196a663ee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74</Words>
  <Application>Microsoft Office PowerPoint</Application>
  <PresentationFormat>Benutzerdefiniert</PresentationFormat>
  <Paragraphs>18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think-cell Folie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Gerhard Glatz</dc:creator>
  <cp:lastModifiedBy>Gerhard Glatz</cp:lastModifiedBy>
  <cp:revision>6</cp:revision>
  <dcterms:created xsi:type="dcterms:W3CDTF">2024-12-13T15:50:49Z</dcterms:created>
  <dcterms:modified xsi:type="dcterms:W3CDTF">2025-10-14T19:19:49Z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0x010100F6556D697A14B744B0753244BFCF7FA3</vt:lpwstr>
  </property>
  <property fmtid="{D5CDD505-2E9C-101B-9397-08002B2CF9AE}" pid="3" name="MediaServiceImageTags">
    <vt:lpwstr/>
  </property>
</Properties>
</file>